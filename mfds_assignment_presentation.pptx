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E6DF9-BD09-8AFE-3338-B96BDBA428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F03B96-2298-E207-E976-A3D07DECD9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5FC73-177D-70CC-F998-907772DCB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CC7C6-9ACE-4800-AD01-0920C29F763B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C112C-0390-FA74-E49C-E44214C60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4097A-B0AE-3CD5-904C-E501801ED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7047E-E715-4B64-8FE6-27D70F952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2847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33D14-3EAB-CC68-1C6B-9001FE4C6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B3539-F478-5150-EBAF-E721C3956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BDAE9-0341-3C43-7F36-D9AC0F56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CC7C6-9ACE-4800-AD01-0920C29F763B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3FD90-D183-35DD-C144-8E75A07FC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6E0F4-C0F4-0472-874D-FB7CF230D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7047E-E715-4B64-8FE6-27D70F952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571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B9E04-EFA0-B8E5-DB02-35A2BFC32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3C4268-7741-A0F4-C1C8-2A42DB1B4D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0AD76-BABC-9CBD-6AAE-680C3C9FE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CC7C6-9ACE-4800-AD01-0920C29F763B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FE304-9448-DF44-956A-85BA7C711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C9F57-217F-7D34-4E1F-5B9190ADB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7047E-E715-4B64-8FE6-27D70F952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75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3EF56-2DEF-B173-1A4E-776702DD0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F51E7-22C0-0ED6-B8CE-CFC5B72697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939A00-6D12-051F-9434-719BD24AFB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FEA1A1-47E7-2A0D-5142-5A0D0F80A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CC7C6-9ACE-4800-AD01-0920C29F763B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BCC06B-12AA-B4E5-FB45-B596411E0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25C9B3-97F2-78AB-5C64-1C048D0F5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7047E-E715-4B64-8FE6-27D70F952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7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9C9AC-41CD-FFBC-B67A-0F4162D38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1AFC41-DAB5-4F8A-6C83-59AC07E50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3DF7BF-581C-3507-2FA3-F3CCE64C06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3DDEBD-8DF3-0B9E-C1A1-3390120862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3C55A6-EBCE-ED6E-54B8-D9CAD38FEE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8C5570-88ED-7552-E185-1B5F20FDA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CC7C6-9ACE-4800-AD01-0920C29F763B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30193C-AD52-AD7B-E667-69F84D404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0AFDE9-A3FD-14F5-5C01-B7F76792E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7047E-E715-4B64-8FE6-27D70F952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013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A3904-D3CF-69B0-940D-E834C2BEB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49ACCC-93D8-E565-4402-812013B61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CC7C6-9ACE-4800-AD01-0920C29F763B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A92AB3-8535-8F10-C914-16638CC59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0DD31A-5350-79D1-9F58-54EE981C7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7047E-E715-4B64-8FE6-27D70F952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7166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87EB25-4A76-0C34-0A16-A58013EAD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CC7C6-9ACE-4800-AD01-0920C29F763B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1698DA-5726-B595-3552-A79C32A4C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0C286-BCE2-B80F-BEDC-3654F7C67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7047E-E715-4B64-8FE6-27D70F952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792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3CD68-2698-F69E-19AF-2959C87D8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7AAC8-9E6B-E51F-E25B-DAC2052CE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C231ED-3425-F307-2267-AACD3829E9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6E14C3-937C-49E7-38B1-C2E9FB890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CC7C6-9ACE-4800-AD01-0920C29F763B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F241C0-E3C3-7D1A-A3CE-D8B4B2E1C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1B5CA3-AE7A-B6C2-4B8D-2276DFF29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7047E-E715-4B64-8FE6-27D70F952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3261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CDACC-72BA-4B68-2CA5-185BF301A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AC804B-A40C-577B-AEDA-2874A829E8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5C8FF6-0139-BF84-58B9-2B3B132BE3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B82ECB-70C7-3F1C-9B85-2579155DA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CC7C6-9ACE-4800-AD01-0920C29F763B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49EB91-60A4-28B0-8CE4-31A4B948C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008F39-12FC-C279-629D-10DB26D75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7047E-E715-4B64-8FE6-27D70F952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990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C1511-DEDA-516D-A348-16837CF2E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E83FF5-32DE-1893-29D0-ECDAF58445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4AA14-46B4-F155-D38A-985A1BEA9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CC7C6-9ACE-4800-AD01-0920C29F763B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F9916-3455-E1D4-76DE-DC2DDD137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312B6-A07D-07A5-8C46-0935952FA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7047E-E715-4B64-8FE6-27D70F952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5098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333733-17D4-0EA3-A687-C7BFD42A63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9D57F4-2BEF-5B1A-8C15-32DE7EFFB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D4083-297F-D05E-F2BE-0E36A66C1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CC7C6-9ACE-4800-AD01-0920C29F763B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0263A-8CD2-C2A0-411B-C9A30CC03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B8B52-EA7A-FEF0-6A83-C8FCE78F9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7047E-E715-4B64-8FE6-27D70F952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3105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81B85C-EB4A-E8FB-9493-7D077CF31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E33024-7E25-755A-F670-D3267FACB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29AF8-ABAE-49BE-6D20-ACC07FCC29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CC7C6-9ACE-4800-AD01-0920C29F763B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97B84-26D6-B77B-89C8-4ACB08122C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30F36-0DBF-997D-BA7E-99E1D4F80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7047E-E715-4B64-8FE6-27D70F952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999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13089-A160-AEF0-D031-4CAF3443D4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A0AE33-69BB-EF61-9FEE-336566F5A0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BEE92D-E7B5-9639-5700-EB17BA34B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316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EA5D4-41BF-DBDB-4777-B7547EB1A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65873-4B12-31B3-3F5A-836425746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C9C9EF-D3E4-EB6F-DE75-B959A18FC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619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B60C5-9B2E-C242-49CA-40EE5A350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427A7-CF51-5691-4A00-0751228A4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18B31F-C183-7F50-6755-0401DA3BD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051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E6B19-85F5-96F7-20BB-82D8C2D4A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2D054-CBD9-F2F1-47FE-B7261ED2C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37F0F4-6CEC-EA14-8115-871AACB03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503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8D4F6-4387-B20D-8414-51061E061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EE9C7-2237-3A0B-3B5D-25A6AE632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FF4923-68A4-B4BE-8367-0B6419359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040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0B358-C925-DD54-8135-AE63A1CA4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71D03-3919-9042-A69E-21017894A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7C0E35-8B5E-B932-BB67-5C20F3A33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353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5A7A9-CC57-BC96-C19D-375C22812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C7ED3-2884-CDA5-53AE-673360485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B9ACC2-5818-FE33-AF5E-B31AB60D3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239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7CB63-6D41-853F-696F-52DDAF0C2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A3FE1-AFD6-EC5B-65D5-384189897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21BBC2-DE9D-3B72-0CF5-56C22400E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00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4FCB1-6DC9-DBB9-6A71-1EA090CD5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F5049-F2B7-0AAA-34B1-83E83D315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D3C923-12AA-C85C-3D9E-5FAA96D40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493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sharanya reddy</dc:creator>
  <cp:lastModifiedBy>sharanya reddy</cp:lastModifiedBy>
  <cp:revision>1</cp:revision>
  <dcterms:created xsi:type="dcterms:W3CDTF">2026-03-16T13:49:57Z</dcterms:created>
  <dcterms:modified xsi:type="dcterms:W3CDTF">2026-03-17T06:30:47Z</dcterms:modified>
</cp:coreProperties>
</file>